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-img/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01768" y="105156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241E2E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01768" y="1051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· 2026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92024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Apna Digital Zone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1371600" y="30632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cinematic new website + a booking &amp; advertisement app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011680" y="3794760"/>
            <a:ext cx="8165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brand. Same photos. Same story. A completely new experience 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win more weddings, more bookings, and more trust online.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28800" y="5852160"/>
            <a:ext cx="8531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Apna Digital Zone, Arrah, Bihar      ·      Prepared by: Ashok Kumar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current website is costing you customers</a:t>
            </a:r>
            <a:endParaRPr lang="en-US" sz="3400" dirty="0"/>
          </a:p>
        </p:txBody>
      </p:sp>
      <p:pic>
        <p:nvPicPr>
          <p:cNvPr id="4" name="Image 0" descr="deck-img/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37360"/>
            <a:ext cx="5212080" cy="32552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5029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of the current homepage — flat template, stretched photos, broken copy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66928" y="1801368"/>
            <a:ext cx="274320" cy="274320"/>
          </a:xfrm>
          <a:prstGeom prst="ellipse">
            <a:avLst/>
          </a:prstGeom>
          <a:solidFill>
            <a:srgbClr val="241E2E"/>
          </a:solidFill>
          <a:ln w="15875">
            <a:solidFill>
              <a:srgbClr val="E36B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1801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Unedited AI text is live on the homepage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05840" y="211226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About section literally ends with "Want help finding a good digital studio…?" — a chatbot answer pasted onto the site.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2971800"/>
            <a:ext cx="274320" cy="274320"/>
          </a:xfrm>
          <a:prstGeom prst="ellipse">
            <a:avLst/>
          </a:prstGeom>
          <a:solidFill>
            <a:srgbClr val="241E2E"/>
          </a:solidFill>
          <a:ln w="15875">
            <a:solidFill>
              <a:srgbClr val="E36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" y="29535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 on every page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05840" y="328269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"Photogyaphy", "Desgined by", "cenimatic", "anniversery" — small errors that quietly destroy trust for a premium studio.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4142232"/>
            <a:ext cx="274320" cy="274320"/>
          </a:xfrm>
          <a:prstGeom prst="ellipse">
            <a:avLst/>
          </a:prstGeom>
          <a:solidFill>
            <a:srgbClr val="241E2E"/>
          </a:solidFill>
          <a:ln w="15875">
            <a:solidFill>
              <a:srgbClr val="E36B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05840" y="41239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shows admin controls to visitors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05840" y="445312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"Admin Login / Upload 0%" buttons are visible to every customer. Broken Terms link on the same page.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66928" y="5312664"/>
            <a:ext cx="274320" cy="274320"/>
          </a:xfrm>
          <a:prstGeom prst="ellipse">
            <a:avLst/>
          </a:prstGeom>
          <a:solidFill>
            <a:srgbClr val="241E2E"/>
          </a:solidFill>
          <a:ln w="15875">
            <a:solidFill>
              <a:srgbClr val="E36B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5312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05840" y="52943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pricing, no reviews, no reasons to book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005840" y="56235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see no packages, no testimonials, no Google rating — so they call a competitor instead.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fixes, three categories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1F1F2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3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all copy — remove AI leftovers &amp; typos</a:t>
            </a:r>
            <a:endParaRPr lang="en-US" sz="13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packages &amp; transparent pricing</a:t>
            </a:r>
            <a:endParaRPr lang="en-US" sz="13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client testimonials + Google reviews</a:t>
            </a:r>
            <a:endParaRPr lang="en-US" sz="13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FAQ and a real studio story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25696" y="173736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1F1F2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0016" y="2011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00016" y="251460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full-screen hero with your best shots</a:t>
            </a:r>
            <a:endParaRPr lang="en-US" sz="13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masonry gallery with lightbox</a:t>
            </a:r>
            <a:endParaRPr lang="en-US" sz="13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+ gold premium look, modern typography</a:t>
            </a:r>
            <a:endParaRPr lang="en-US" sz="13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WhatsApp &amp; call buttons on every page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302752" y="173736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1F1F2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77072" y="2011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6B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/ SEO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77072" y="251460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SEO: "wedding photographer in Arrah, Bihar"</a:t>
            </a:r>
            <a:endParaRPr lang="en-US" sz="13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LocalBusiness schema + Google Maps + meta tags</a:t>
            </a:r>
            <a:endParaRPr lang="en-US" sz="13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smart booking form replaces 12 pages</a:t>
            </a:r>
            <a:endParaRPr lang="en-US" sz="13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images = 3x faster loading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INDIA’S TOP STUDIOS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best studios in India do differently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583680" cy="1024128"/>
          </a:xfrm>
          <a:prstGeom prst="roundRect">
            <a:avLst>
              <a:gd name="adj" fmla="val 10714"/>
            </a:avLst>
          </a:prstGeom>
          <a:solidFill>
            <a:srgbClr val="1F1F2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1109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Shutterink · Delhi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among the top 20 wedding photographers for Indian weddings worldwide. Full-width hero films, minimal navigation.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16936"/>
            <a:ext cx="6583680" cy="1024128"/>
          </a:xfrm>
          <a:prstGeom prst="roundRect">
            <a:avLst>
              <a:gd name="adj" fmla="val 10714"/>
            </a:avLst>
          </a:prstGeom>
          <a:solidFill>
            <a:srgbClr val="1F1F2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4495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Bananas · Delhi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346704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decade-old studio. Photos dominate the homepage; text is minimal and emotional, not descriptive.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50792"/>
            <a:ext cx="6583680" cy="1024128"/>
          </a:xfrm>
          <a:prstGeom prst="roundRect">
            <a:avLst>
              <a:gd name="adj" fmla="val 10714"/>
            </a:avLst>
          </a:prstGeom>
          <a:solidFill>
            <a:srgbClr val="1F1F2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7880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Focuz Studios · Chennai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4480560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Real-moment storytelling, uniform grid galleries, strong local SEO for their city.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184648"/>
            <a:ext cx="6583680" cy="1024128"/>
          </a:xfrm>
          <a:prstGeom prst="roundRect">
            <a:avLst>
              <a:gd name="adj" fmla="val 10714"/>
            </a:avLst>
          </a:prstGeom>
          <a:solidFill>
            <a:srgbClr val="1F1F2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31266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WedMeGood / ShaadiSaga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5614416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where clients compare studios by portfolio, price and reviews — the standard your site is judged against.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06640" y="1783080"/>
            <a:ext cx="4206240" cy="4434840"/>
          </a:xfrm>
          <a:prstGeom prst="roundRect">
            <a:avLst>
              <a:gd name="adj" fmla="val 2609"/>
            </a:avLst>
          </a:prstGeom>
          <a:solidFill>
            <a:srgbClr val="241E2E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pattern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680960" y="260604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first, words second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"Book Now" action everywhere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proof: reviews, ratings, film views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SEO that wins Google searches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as the main enquiry channel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-img/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 — PART 1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website, reborn: dark, gold, cinematic</a:t>
            </a:r>
            <a:endParaRPr lang="en-US" sz="3400" dirty="0"/>
          </a:p>
        </p:txBody>
      </p:sp>
      <p:pic>
        <p:nvPicPr>
          <p:cNvPr id="5" name="Image 1" descr="deck-img/site-m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1600200"/>
            <a:ext cx="7680960" cy="4800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58568" y="6446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mockup — built with your existing logo, photos, team and contact details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 — PART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the new website includes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1F1F2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39112"/>
            <a:ext cx="384048" cy="384048"/>
          </a:xfrm>
          <a:prstGeom prst="ellipse">
            <a:avLst/>
          </a:prstGeom>
          <a:solidFill>
            <a:srgbClr val="241E2E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hero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slideshow or wedding film teaser as the first thing visitors see.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25696" y="178308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1F1F2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0016" y="2039112"/>
            <a:ext cx="384048" cy="384048"/>
          </a:xfrm>
          <a:prstGeom prst="ellipse">
            <a:avLst/>
          </a:prstGeom>
          <a:solidFill>
            <a:srgbClr val="241E2E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0016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30368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gallery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0016" y="25603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Masonry grid, category filters, lightbox — your YouTube films styled beautifully inside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02752" y="178308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1F1F2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77072" y="2039112"/>
            <a:ext cx="384048" cy="384048"/>
          </a:xfrm>
          <a:prstGeom prst="ellipse">
            <a:avLst/>
          </a:prstGeom>
          <a:solidFill>
            <a:srgbClr val="241E2E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77072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07424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&amp; pricing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77072" y="25603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cards for Wedding, Pre-wedding, Birthday, Drone — with "starting from" prices.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1F1F2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279392"/>
            <a:ext cx="384048" cy="384048"/>
          </a:xfrm>
          <a:prstGeom prst="ellipse">
            <a:avLst/>
          </a:prstGeom>
          <a:solidFill>
            <a:srgbClr val="241E2E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53312" y="4297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booking flow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8006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multi-step form with date picker and WhatsApp confirmation replaces 12 pages.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25696" y="402336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1F1F2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0016" y="4279392"/>
            <a:ext cx="384048" cy="384048"/>
          </a:xfrm>
          <a:prstGeom prst="ellipse">
            <a:avLst/>
          </a:prstGeom>
          <a:solidFill>
            <a:srgbClr val="241E2E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230368" y="4297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section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00016" y="48006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reviews, testimonials, 687 projects, 15 years — shown with proof, not claims.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02752" y="402336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1F1F2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77072" y="4279392"/>
            <a:ext cx="384048" cy="384048"/>
          </a:xfrm>
          <a:prstGeom prst="ellipse">
            <a:avLst/>
          </a:prstGeom>
          <a:solidFill>
            <a:srgbClr val="241E2E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77072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107424" y="4297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SEO engine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77072" y="48006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tags, schema, Maps embed, fast loading — built to rank for "photographer in Arrah".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 — PART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Apna Digital Zone app — for your customers</a:t>
            </a:r>
            <a:endParaRPr lang="en-US" sz="3400" dirty="0"/>
          </a:p>
        </p:txBody>
      </p:sp>
      <p:pic>
        <p:nvPicPr>
          <p:cNvPr id="4" name="Image 0" descr="deck-img/app-custom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417320"/>
            <a:ext cx="2542032" cy="51937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801368"/>
            <a:ext cx="274320" cy="274320"/>
          </a:xfrm>
          <a:prstGeom prst="ellipse">
            <a:avLst/>
          </a:prstGeom>
          <a:solidFill>
            <a:srgbClr val="241E2E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1801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" y="17830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in 60 seconds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2112264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service, pick dates, pay a small advance by UPI — booking confirmed instantly on WhatsApp.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6928" y="2916936"/>
            <a:ext cx="274320" cy="274320"/>
          </a:xfrm>
          <a:prstGeom prst="ellipse">
            <a:avLst/>
          </a:prstGeom>
          <a:solidFill>
            <a:srgbClr val="241E2E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" y="289864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tracking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05840" y="32278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watch their order move: Booked → Shoot done → Editing → Album ready → Delivered.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66928" y="4032504"/>
            <a:ext cx="274320" cy="274320"/>
          </a:xfrm>
          <a:prstGeom prst="ellipse">
            <a:avLst/>
          </a:prstGeom>
          <a:solidFill>
            <a:srgbClr val="241E2E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0" y="401421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&amp; advertisements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" y="43434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banners and festival offers appear right on the home screen — with push notifications.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66928" y="5148072"/>
            <a:ext cx="274320" cy="274320"/>
          </a:xfrm>
          <a:prstGeom prst="ellipse">
            <a:avLst/>
          </a:prstGeom>
          <a:solidFill>
            <a:srgbClr val="241E2E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5148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5840" y="512978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&amp; albums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05840" y="545896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open their Flipix albums and your showcase films inside the app.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8640" y="6263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an installable web app (PWA) — works on any Android phone, no Play Store fees.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 — PART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studio dashboard — for you</a:t>
            </a:r>
            <a:endParaRPr lang="en-US" sz="3400" dirty="0"/>
          </a:p>
        </p:txBody>
      </p:sp>
      <p:pic>
        <p:nvPicPr>
          <p:cNvPr id="4" name="Image 0" descr="deck-img/app-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417320"/>
            <a:ext cx="2542032" cy="51937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801368"/>
            <a:ext cx="274320" cy="274320"/>
          </a:xfrm>
          <a:prstGeom prst="ellipse">
            <a:avLst/>
          </a:prstGeom>
          <a:solidFill>
            <a:srgbClr val="241E2E"/>
          </a:solidFill>
          <a:ln w="15875">
            <a:solidFill>
              <a:srgbClr val="6BC98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1801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" y="17830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bookings in one place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2112264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enquiries, today’s shoots, advances received — no more juggling calls and notebooks.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6928" y="2916936"/>
            <a:ext cx="274320" cy="274320"/>
          </a:xfrm>
          <a:prstGeom prst="ellipse">
            <a:avLst/>
          </a:prstGeom>
          <a:solidFill>
            <a:srgbClr val="241E2E"/>
          </a:solidFill>
          <a:ln w="15875">
            <a:solidFill>
              <a:srgbClr val="6BC9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" y="289864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status updates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05840" y="322783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"editing done" and the customer is notified automatically. Fewer "kab milega?" calls.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66928" y="4032504"/>
            <a:ext cx="274320" cy="274320"/>
          </a:xfrm>
          <a:prstGeom prst="ellipse">
            <a:avLst/>
          </a:prstGeom>
          <a:solidFill>
            <a:srgbClr val="241E2E"/>
          </a:solidFill>
          <a:ln w="15875">
            <a:solidFill>
              <a:srgbClr val="6BC9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0" y="401421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Advertisement manager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" y="43434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offer, publish it to the app + website in one tap, see views and enquiries it brings.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66928" y="5148072"/>
            <a:ext cx="274320" cy="274320"/>
          </a:xfrm>
          <a:prstGeom prst="ellipse">
            <a:avLst/>
          </a:prstGeom>
          <a:solidFill>
            <a:srgbClr val="241E2E"/>
          </a:solidFill>
          <a:ln w="15875">
            <a:solidFill>
              <a:srgbClr val="6BC9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5148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5840" y="512978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numbers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05840" y="545896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revenue, most-booked services, repeat customers — decisions backed by data.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GET THERE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three-phase plan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1F1F2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WEEK 1–2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website live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Redesigned site with your existing photos &amp; logo, all copy rewritten, SEO done, one booking form, WhatsApp integration.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25696" y="192024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1F1F2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0016" y="2194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WEEK 3–4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0016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app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00016" y="320040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booking app with UPI advance payment, order tracking and offer banners.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02752" y="1920240"/>
            <a:ext cx="3611880" cy="3291840"/>
          </a:xfrm>
          <a:prstGeom prst="roundRect">
            <a:avLst>
              <a:gd name="adj" fmla="val 3333"/>
            </a:avLst>
          </a:prstGeom>
          <a:solidFill>
            <a:srgbClr val="1F1F2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7072" y="2194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WEEK 5–6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77072" y="2606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Studio dashboard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77072" y="320040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for bookings, status updates, gallery uploads and the advertisement manager.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ships something you can show customers immediately — no waiting six weeks for results.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-img/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0515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F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pays for itself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960120" y="210312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241E2E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34440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bookings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234440" y="288036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booking form that works 24/7 with advance payment — customers commit on the spot instead of "calling later".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480560" y="210312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241E2E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0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Higher-value clients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754880" y="288036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website lets you confidently quote premium wedding packages.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001000" y="210312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241E2E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75320" y="2377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 on Google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275320" y="288036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SEO brings you every "photographer near me" search in Arrah &amp; Bhojpur district.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14400" y="489204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E8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build it.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828800" y="5623560"/>
            <a:ext cx="8531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Ashok Kumar  ·  aiworkflows007@gmail.com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Apna Digital Zone · Mahadev Market, Arrah, Bihar · +91 93864 15795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2026-08-01T12:02:27Z</dcterms:created>
  <dcterms:modified xsi:type="dcterms:W3CDTF">2026-08-01T12:02:27Z</dcterms:modified>
</cp:coreProperties>
</file>